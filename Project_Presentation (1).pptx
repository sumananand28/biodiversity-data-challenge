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EA607A-3D32-4A13-9D30-611319DFD7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CC55EB-3106-4A1F-8C37-73CCB119BD02}">
      <dgm:prSet/>
      <dgm:spPr/>
      <dgm:t>
        <a:bodyPr/>
        <a:lstStyle/>
        <a:p>
          <a:r>
            <a:rPr lang="en-US"/>
            <a:t>Predict the presence or absence of frogs across southeastern Australia based on climatic and environmental variables.</a:t>
          </a:r>
        </a:p>
      </dgm:t>
    </dgm:pt>
    <dgm:pt modelId="{2243DD2C-F596-44B1-9A72-FAE8AD5F55F3}" type="parTrans" cxnId="{42059412-FA5F-4DDA-B126-2EA57C96D161}">
      <dgm:prSet/>
      <dgm:spPr/>
      <dgm:t>
        <a:bodyPr/>
        <a:lstStyle/>
        <a:p>
          <a:endParaRPr lang="en-US"/>
        </a:p>
      </dgm:t>
    </dgm:pt>
    <dgm:pt modelId="{F1B308C5-C9F3-45EC-808A-105B1AF26759}" type="sibTrans" cxnId="{42059412-FA5F-4DDA-B126-2EA57C96D161}">
      <dgm:prSet/>
      <dgm:spPr/>
      <dgm:t>
        <a:bodyPr/>
        <a:lstStyle/>
        <a:p>
          <a:endParaRPr lang="en-US"/>
        </a:p>
      </dgm:t>
    </dgm:pt>
    <dgm:pt modelId="{2DBE845C-1F22-424C-8988-3D06965BAFEC}">
      <dgm:prSet/>
      <dgm:spPr/>
      <dgm:t>
        <a:bodyPr/>
        <a:lstStyle/>
        <a:p>
          <a:r>
            <a:rPr lang="en-US"/>
            <a:t>Develop a machine learning model using TerraClimate variables to classify frog presence accurately.</a:t>
          </a:r>
        </a:p>
      </dgm:t>
    </dgm:pt>
    <dgm:pt modelId="{348456DC-E25E-46B2-AC24-6D5417869D32}" type="parTrans" cxnId="{3B0AF84F-3092-4487-B128-8BD3E95A1419}">
      <dgm:prSet/>
      <dgm:spPr/>
      <dgm:t>
        <a:bodyPr/>
        <a:lstStyle/>
        <a:p>
          <a:endParaRPr lang="en-US"/>
        </a:p>
      </dgm:t>
    </dgm:pt>
    <dgm:pt modelId="{75D1403F-7C9F-42C3-88B3-DA1B335472F9}" type="sibTrans" cxnId="{3B0AF84F-3092-4487-B128-8BD3E95A1419}">
      <dgm:prSet/>
      <dgm:spPr/>
      <dgm:t>
        <a:bodyPr/>
        <a:lstStyle/>
        <a:p>
          <a:endParaRPr lang="en-US"/>
        </a:p>
      </dgm:t>
    </dgm:pt>
    <dgm:pt modelId="{B8C01CE2-8161-4051-8DDF-4EBD87E08981}">
      <dgm:prSet/>
      <dgm:spPr/>
      <dgm:t>
        <a:bodyPr/>
        <a:lstStyle/>
        <a:p>
          <a:r>
            <a:rPr lang="en-US"/>
            <a:t>F1 Score against provided ground truth labels.</a:t>
          </a:r>
        </a:p>
      </dgm:t>
    </dgm:pt>
    <dgm:pt modelId="{B1BE47AE-7F9B-4209-8B84-D4F8EB9636E8}" type="parTrans" cxnId="{37783CB0-3FF3-4362-8FDB-D0561FE128BD}">
      <dgm:prSet/>
      <dgm:spPr/>
      <dgm:t>
        <a:bodyPr/>
        <a:lstStyle/>
        <a:p>
          <a:endParaRPr lang="en-US"/>
        </a:p>
      </dgm:t>
    </dgm:pt>
    <dgm:pt modelId="{BFC7E03E-5AC5-43B9-BB1B-CFA47DB97C2A}" type="sibTrans" cxnId="{37783CB0-3FF3-4362-8FDB-D0561FE128BD}">
      <dgm:prSet/>
      <dgm:spPr/>
      <dgm:t>
        <a:bodyPr/>
        <a:lstStyle/>
        <a:p>
          <a:endParaRPr lang="en-US"/>
        </a:p>
      </dgm:t>
    </dgm:pt>
    <dgm:pt modelId="{12506D90-3F42-4905-AFF3-882E37D67A4D}" type="pres">
      <dgm:prSet presAssocID="{DDEA607A-3D32-4A13-9D30-611319DFD7A7}" presName="linear" presStyleCnt="0">
        <dgm:presLayoutVars>
          <dgm:animLvl val="lvl"/>
          <dgm:resizeHandles val="exact"/>
        </dgm:presLayoutVars>
      </dgm:prSet>
      <dgm:spPr/>
    </dgm:pt>
    <dgm:pt modelId="{892CC851-59D8-4A99-9B9E-51BA1B5CEA50}" type="pres">
      <dgm:prSet presAssocID="{4ECC55EB-3106-4A1F-8C37-73CCB119BD0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C47BBBF-E037-4C1C-8614-0C8F65034E3F}" type="pres">
      <dgm:prSet presAssocID="{F1B308C5-C9F3-45EC-808A-105B1AF26759}" presName="spacer" presStyleCnt="0"/>
      <dgm:spPr/>
    </dgm:pt>
    <dgm:pt modelId="{B474A2DB-B9B5-4BBF-9CC4-B141FDB7E655}" type="pres">
      <dgm:prSet presAssocID="{2DBE845C-1F22-424C-8988-3D06965BAFE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4BBCBF-3C9C-4FD0-A916-7B340F6D7B01}" type="pres">
      <dgm:prSet presAssocID="{75D1403F-7C9F-42C3-88B3-DA1B335472F9}" presName="spacer" presStyleCnt="0"/>
      <dgm:spPr/>
    </dgm:pt>
    <dgm:pt modelId="{36CECBAD-5DD9-4E4B-ABE3-C72293CFFF2E}" type="pres">
      <dgm:prSet presAssocID="{B8C01CE2-8161-4051-8DDF-4EBD87E0898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2059412-FA5F-4DDA-B126-2EA57C96D161}" srcId="{DDEA607A-3D32-4A13-9D30-611319DFD7A7}" destId="{4ECC55EB-3106-4A1F-8C37-73CCB119BD02}" srcOrd="0" destOrd="0" parTransId="{2243DD2C-F596-44B1-9A72-FAE8AD5F55F3}" sibTransId="{F1B308C5-C9F3-45EC-808A-105B1AF26759}"/>
    <dgm:cxn modelId="{1E7CD729-24FA-4074-A79D-CA19010AB4AA}" type="presOf" srcId="{4ECC55EB-3106-4A1F-8C37-73CCB119BD02}" destId="{892CC851-59D8-4A99-9B9E-51BA1B5CEA50}" srcOrd="0" destOrd="0" presId="urn:microsoft.com/office/officeart/2005/8/layout/vList2"/>
    <dgm:cxn modelId="{27B49834-DE78-481D-8E92-8F2E68CA873B}" type="presOf" srcId="{B8C01CE2-8161-4051-8DDF-4EBD87E08981}" destId="{36CECBAD-5DD9-4E4B-ABE3-C72293CFFF2E}" srcOrd="0" destOrd="0" presId="urn:microsoft.com/office/officeart/2005/8/layout/vList2"/>
    <dgm:cxn modelId="{C5FBDB6A-FDB9-4473-A229-9EFE1F88B66E}" type="presOf" srcId="{DDEA607A-3D32-4A13-9D30-611319DFD7A7}" destId="{12506D90-3F42-4905-AFF3-882E37D67A4D}" srcOrd="0" destOrd="0" presId="urn:microsoft.com/office/officeart/2005/8/layout/vList2"/>
    <dgm:cxn modelId="{3B0AF84F-3092-4487-B128-8BD3E95A1419}" srcId="{DDEA607A-3D32-4A13-9D30-611319DFD7A7}" destId="{2DBE845C-1F22-424C-8988-3D06965BAFEC}" srcOrd="1" destOrd="0" parTransId="{348456DC-E25E-46B2-AC24-6D5417869D32}" sibTransId="{75D1403F-7C9F-42C3-88B3-DA1B335472F9}"/>
    <dgm:cxn modelId="{2C320294-0BC0-4C1A-B455-31B995D96532}" type="presOf" srcId="{2DBE845C-1F22-424C-8988-3D06965BAFEC}" destId="{B474A2DB-B9B5-4BBF-9CC4-B141FDB7E655}" srcOrd="0" destOrd="0" presId="urn:microsoft.com/office/officeart/2005/8/layout/vList2"/>
    <dgm:cxn modelId="{37783CB0-3FF3-4362-8FDB-D0561FE128BD}" srcId="{DDEA607A-3D32-4A13-9D30-611319DFD7A7}" destId="{B8C01CE2-8161-4051-8DDF-4EBD87E08981}" srcOrd="2" destOrd="0" parTransId="{B1BE47AE-7F9B-4209-8B84-D4F8EB9636E8}" sibTransId="{BFC7E03E-5AC5-43B9-BB1B-CFA47DB97C2A}"/>
    <dgm:cxn modelId="{E42B1DAA-C3C0-4E02-87B4-BE37FE41F4BA}" type="presParOf" srcId="{12506D90-3F42-4905-AFF3-882E37D67A4D}" destId="{892CC851-59D8-4A99-9B9E-51BA1B5CEA50}" srcOrd="0" destOrd="0" presId="urn:microsoft.com/office/officeart/2005/8/layout/vList2"/>
    <dgm:cxn modelId="{63553FB2-CB68-4F7D-A591-F4C6DC9C8B5C}" type="presParOf" srcId="{12506D90-3F42-4905-AFF3-882E37D67A4D}" destId="{3C47BBBF-E037-4C1C-8614-0C8F65034E3F}" srcOrd="1" destOrd="0" presId="urn:microsoft.com/office/officeart/2005/8/layout/vList2"/>
    <dgm:cxn modelId="{5FF4302B-F89F-4B44-ADA7-32433CBC4830}" type="presParOf" srcId="{12506D90-3F42-4905-AFF3-882E37D67A4D}" destId="{B474A2DB-B9B5-4BBF-9CC4-B141FDB7E655}" srcOrd="2" destOrd="0" presId="urn:microsoft.com/office/officeart/2005/8/layout/vList2"/>
    <dgm:cxn modelId="{BCF5789A-10F0-480B-A94A-D9125B9CFDA5}" type="presParOf" srcId="{12506D90-3F42-4905-AFF3-882E37D67A4D}" destId="{F54BBCBF-3C9C-4FD0-A916-7B340F6D7B01}" srcOrd="3" destOrd="0" presId="urn:microsoft.com/office/officeart/2005/8/layout/vList2"/>
    <dgm:cxn modelId="{4651AA9C-A813-48BE-89F0-4CA04724B991}" type="presParOf" srcId="{12506D90-3F42-4905-AFF3-882E37D67A4D}" destId="{36CECBAD-5DD9-4E4B-ABE3-C72293CFFF2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BA4297-0FDC-4FDA-8D04-05B5854BA4D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A29AF2-1AA1-4B29-A12D-5E6DFED9A8F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 err="1"/>
            <a:t>TerraClimate</a:t>
          </a:r>
          <a:r>
            <a:rPr lang="en-IN" dirty="0"/>
            <a:t> environmental dataset.</a:t>
          </a:r>
          <a:endParaRPr lang="en-US" dirty="0"/>
        </a:p>
      </dgm:t>
    </dgm:pt>
    <dgm:pt modelId="{F9F7274D-5779-4C99-93C6-42912B992393}" type="parTrans" cxnId="{30776D53-C8FC-42E6-9F80-645630D8D929}">
      <dgm:prSet/>
      <dgm:spPr/>
      <dgm:t>
        <a:bodyPr/>
        <a:lstStyle/>
        <a:p>
          <a:endParaRPr lang="en-US"/>
        </a:p>
      </dgm:t>
    </dgm:pt>
    <dgm:pt modelId="{117CF518-4419-42BE-8158-967A50F8932E}" type="sibTrans" cxnId="{30776D53-C8FC-42E6-9F80-645630D8D929}">
      <dgm:prSet/>
      <dgm:spPr/>
      <dgm:t>
        <a:bodyPr/>
        <a:lstStyle/>
        <a:p>
          <a:endParaRPr lang="en-US"/>
        </a:p>
      </dgm:t>
    </dgm:pt>
    <dgm:pt modelId="{B9D9A6FF-3F1C-4721-98A8-CB183E0C4E7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Climate variables such as precipitation, evapotranspiration, solar radiation, drought indices, temperature extremes, etc.</a:t>
          </a:r>
          <a:endParaRPr lang="en-US" dirty="0"/>
        </a:p>
      </dgm:t>
    </dgm:pt>
    <dgm:pt modelId="{E09C70D8-F97D-4F9C-82E4-AB87C5332F47}" type="parTrans" cxnId="{D57A15F7-C55A-4584-8562-25D591F0C23B}">
      <dgm:prSet/>
      <dgm:spPr/>
      <dgm:t>
        <a:bodyPr/>
        <a:lstStyle/>
        <a:p>
          <a:endParaRPr lang="en-US"/>
        </a:p>
      </dgm:t>
    </dgm:pt>
    <dgm:pt modelId="{B3C072C5-14D1-483A-A51A-E50D76DC581D}" type="sibTrans" cxnId="{D57A15F7-C55A-4584-8562-25D591F0C23B}">
      <dgm:prSet/>
      <dgm:spPr/>
      <dgm:t>
        <a:bodyPr/>
        <a:lstStyle/>
        <a:p>
          <a:endParaRPr lang="en-US"/>
        </a:p>
      </dgm:t>
    </dgm:pt>
    <dgm:pt modelId="{905CDBE5-96C3-4DF6-9C6B-A1531142D36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Frog presence (1) or absence (0) at given spatial coordinates.</a:t>
          </a:r>
          <a:endParaRPr lang="en-US" dirty="0"/>
        </a:p>
      </dgm:t>
    </dgm:pt>
    <dgm:pt modelId="{AB34F7C1-E2D8-48A4-AF58-262822F2F7DD}" type="parTrans" cxnId="{54FB2229-DC13-406D-85FB-39BE8505C791}">
      <dgm:prSet/>
      <dgm:spPr/>
      <dgm:t>
        <a:bodyPr/>
        <a:lstStyle/>
        <a:p>
          <a:endParaRPr lang="en-US"/>
        </a:p>
      </dgm:t>
    </dgm:pt>
    <dgm:pt modelId="{068791DB-5FD4-4C59-9FF6-D33735284FE4}" type="sibTrans" cxnId="{54FB2229-DC13-406D-85FB-39BE8505C791}">
      <dgm:prSet/>
      <dgm:spPr/>
      <dgm:t>
        <a:bodyPr/>
        <a:lstStyle/>
        <a:p>
          <a:endParaRPr lang="en-US"/>
        </a:p>
      </dgm:t>
    </dgm:pt>
    <dgm:pt modelId="{00FF8537-CACB-46C1-900E-89017581050D}" type="pres">
      <dgm:prSet presAssocID="{F6BA4297-0FDC-4FDA-8D04-05B5854BA4D2}" presName="root" presStyleCnt="0">
        <dgm:presLayoutVars>
          <dgm:dir/>
          <dgm:resizeHandles val="exact"/>
        </dgm:presLayoutVars>
      </dgm:prSet>
      <dgm:spPr/>
    </dgm:pt>
    <dgm:pt modelId="{4D7EDA3F-E988-4617-AD83-69E9F3B063E3}" type="pres">
      <dgm:prSet presAssocID="{D6A29AF2-1AA1-4B29-A12D-5E6DFED9A8F7}" presName="compNode" presStyleCnt="0"/>
      <dgm:spPr/>
    </dgm:pt>
    <dgm:pt modelId="{91D81760-4A21-425A-A221-57E6E141D713}" type="pres">
      <dgm:prSet presAssocID="{D6A29AF2-1AA1-4B29-A12D-5E6DFED9A8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8017484-6D0F-406B-B753-41CBF9245876}" type="pres">
      <dgm:prSet presAssocID="{D6A29AF2-1AA1-4B29-A12D-5E6DFED9A8F7}" presName="spaceRect" presStyleCnt="0"/>
      <dgm:spPr/>
    </dgm:pt>
    <dgm:pt modelId="{85BF725E-2AC4-4019-A658-B5A2E5378BA0}" type="pres">
      <dgm:prSet presAssocID="{D6A29AF2-1AA1-4B29-A12D-5E6DFED9A8F7}" presName="textRect" presStyleLbl="revTx" presStyleIdx="0" presStyleCnt="3">
        <dgm:presLayoutVars>
          <dgm:chMax val="1"/>
          <dgm:chPref val="1"/>
        </dgm:presLayoutVars>
      </dgm:prSet>
      <dgm:spPr/>
    </dgm:pt>
    <dgm:pt modelId="{A4A2CD0F-2568-4862-918C-B235954EB42B}" type="pres">
      <dgm:prSet presAssocID="{117CF518-4419-42BE-8158-967A50F8932E}" presName="sibTrans" presStyleCnt="0"/>
      <dgm:spPr/>
    </dgm:pt>
    <dgm:pt modelId="{CACCE076-5120-42B7-8627-230C22775F29}" type="pres">
      <dgm:prSet presAssocID="{B9D9A6FF-3F1C-4721-98A8-CB183E0C4E7D}" presName="compNode" presStyleCnt="0"/>
      <dgm:spPr/>
    </dgm:pt>
    <dgm:pt modelId="{AE63E61E-A729-4048-9B8F-01B2739F5B32}" type="pres">
      <dgm:prSet presAssocID="{B9D9A6FF-3F1C-4721-98A8-CB183E0C4E7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A5315A54-C918-4674-AACE-20C91DB8F26E}" type="pres">
      <dgm:prSet presAssocID="{B9D9A6FF-3F1C-4721-98A8-CB183E0C4E7D}" presName="spaceRect" presStyleCnt="0"/>
      <dgm:spPr/>
    </dgm:pt>
    <dgm:pt modelId="{74EB8381-EA0F-459D-9B7F-555436C5BA07}" type="pres">
      <dgm:prSet presAssocID="{B9D9A6FF-3F1C-4721-98A8-CB183E0C4E7D}" presName="textRect" presStyleLbl="revTx" presStyleIdx="1" presStyleCnt="3">
        <dgm:presLayoutVars>
          <dgm:chMax val="1"/>
          <dgm:chPref val="1"/>
        </dgm:presLayoutVars>
      </dgm:prSet>
      <dgm:spPr/>
    </dgm:pt>
    <dgm:pt modelId="{586F0FCC-F45C-4CF1-A1AB-4B6F69C8485D}" type="pres">
      <dgm:prSet presAssocID="{B3C072C5-14D1-483A-A51A-E50D76DC581D}" presName="sibTrans" presStyleCnt="0"/>
      <dgm:spPr/>
    </dgm:pt>
    <dgm:pt modelId="{B7086CA1-10C7-48F3-8736-C09E9B79111B}" type="pres">
      <dgm:prSet presAssocID="{905CDBE5-96C3-4DF6-9C6B-A1531142D36B}" presName="compNode" presStyleCnt="0"/>
      <dgm:spPr/>
    </dgm:pt>
    <dgm:pt modelId="{A54D492D-153E-4A82-B415-A4490F18DA4A}" type="pres">
      <dgm:prSet presAssocID="{905CDBE5-96C3-4DF6-9C6B-A1531142D3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D423906-CA61-4190-B13F-3B1D7D34EB9B}" type="pres">
      <dgm:prSet presAssocID="{905CDBE5-96C3-4DF6-9C6B-A1531142D36B}" presName="spaceRect" presStyleCnt="0"/>
      <dgm:spPr/>
    </dgm:pt>
    <dgm:pt modelId="{C38C4D23-5560-4732-9629-3E394D41C8E6}" type="pres">
      <dgm:prSet presAssocID="{905CDBE5-96C3-4DF6-9C6B-A1531142D3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FB2229-DC13-406D-85FB-39BE8505C791}" srcId="{F6BA4297-0FDC-4FDA-8D04-05B5854BA4D2}" destId="{905CDBE5-96C3-4DF6-9C6B-A1531142D36B}" srcOrd="2" destOrd="0" parTransId="{AB34F7C1-E2D8-48A4-AF58-262822F2F7DD}" sibTransId="{068791DB-5FD4-4C59-9FF6-D33735284FE4}"/>
    <dgm:cxn modelId="{30776D53-C8FC-42E6-9F80-645630D8D929}" srcId="{F6BA4297-0FDC-4FDA-8D04-05B5854BA4D2}" destId="{D6A29AF2-1AA1-4B29-A12D-5E6DFED9A8F7}" srcOrd="0" destOrd="0" parTransId="{F9F7274D-5779-4C99-93C6-42912B992393}" sibTransId="{117CF518-4419-42BE-8158-967A50F8932E}"/>
    <dgm:cxn modelId="{2EF443C0-9AC4-49DE-9D66-E76DD1972998}" type="presOf" srcId="{B9D9A6FF-3F1C-4721-98A8-CB183E0C4E7D}" destId="{74EB8381-EA0F-459D-9B7F-555436C5BA07}" srcOrd="0" destOrd="0" presId="urn:microsoft.com/office/officeart/2018/2/layout/IconLabelList"/>
    <dgm:cxn modelId="{C3C0C9D1-9E48-4039-8EF1-78054320A898}" type="presOf" srcId="{F6BA4297-0FDC-4FDA-8D04-05B5854BA4D2}" destId="{00FF8537-CACB-46C1-900E-89017581050D}" srcOrd="0" destOrd="0" presId="urn:microsoft.com/office/officeart/2018/2/layout/IconLabelList"/>
    <dgm:cxn modelId="{FFF631D8-C38D-41AE-9B87-0482D6B7AADB}" type="presOf" srcId="{905CDBE5-96C3-4DF6-9C6B-A1531142D36B}" destId="{C38C4D23-5560-4732-9629-3E394D41C8E6}" srcOrd="0" destOrd="0" presId="urn:microsoft.com/office/officeart/2018/2/layout/IconLabelList"/>
    <dgm:cxn modelId="{939A52E5-BDC1-41F1-B9BE-1ED72C2B70C5}" type="presOf" srcId="{D6A29AF2-1AA1-4B29-A12D-5E6DFED9A8F7}" destId="{85BF725E-2AC4-4019-A658-B5A2E5378BA0}" srcOrd="0" destOrd="0" presId="urn:microsoft.com/office/officeart/2018/2/layout/IconLabelList"/>
    <dgm:cxn modelId="{D57A15F7-C55A-4584-8562-25D591F0C23B}" srcId="{F6BA4297-0FDC-4FDA-8D04-05B5854BA4D2}" destId="{B9D9A6FF-3F1C-4721-98A8-CB183E0C4E7D}" srcOrd="1" destOrd="0" parTransId="{E09C70D8-F97D-4F9C-82E4-AB87C5332F47}" sibTransId="{B3C072C5-14D1-483A-A51A-E50D76DC581D}"/>
    <dgm:cxn modelId="{9D796E25-BF94-4B67-A4E6-5D16C903E81C}" type="presParOf" srcId="{00FF8537-CACB-46C1-900E-89017581050D}" destId="{4D7EDA3F-E988-4617-AD83-69E9F3B063E3}" srcOrd="0" destOrd="0" presId="urn:microsoft.com/office/officeart/2018/2/layout/IconLabelList"/>
    <dgm:cxn modelId="{1BE8BBE7-9F03-4A90-A1D2-699BE8623181}" type="presParOf" srcId="{4D7EDA3F-E988-4617-AD83-69E9F3B063E3}" destId="{91D81760-4A21-425A-A221-57E6E141D713}" srcOrd="0" destOrd="0" presId="urn:microsoft.com/office/officeart/2018/2/layout/IconLabelList"/>
    <dgm:cxn modelId="{07A8795C-B1F4-4023-9CCA-15E8DE2CFFF4}" type="presParOf" srcId="{4D7EDA3F-E988-4617-AD83-69E9F3B063E3}" destId="{A8017484-6D0F-406B-B753-41CBF9245876}" srcOrd="1" destOrd="0" presId="urn:microsoft.com/office/officeart/2018/2/layout/IconLabelList"/>
    <dgm:cxn modelId="{48E60E7A-90A7-4DDE-9172-743EA1D8E3C0}" type="presParOf" srcId="{4D7EDA3F-E988-4617-AD83-69E9F3B063E3}" destId="{85BF725E-2AC4-4019-A658-B5A2E5378BA0}" srcOrd="2" destOrd="0" presId="urn:microsoft.com/office/officeart/2018/2/layout/IconLabelList"/>
    <dgm:cxn modelId="{15A64565-0FD2-4955-A5F5-53C9F4E2A429}" type="presParOf" srcId="{00FF8537-CACB-46C1-900E-89017581050D}" destId="{A4A2CD0F-2568-4862-918C-B235954EB42B}" srcOrd="1" destOrd="0" presId="urn:microsoft.com/office/officeart/2018/2/layout/IconLabelList"/>
    <dgm:cxn modelId="{6E4FC300-5085-416C-BAD4-2DEB7A9B2306}" type="presParOf" srcId="{00FF8537-CACB-46C1-900E-89017581050D}" destId="{CACCE076-5120-42B7-8627-230C22775F29}" srcOrd="2" destOrd="0" presId="urn:microsoft.com/office/officeart/2018/2/layout/IconLabelList"/>
    <dgm:cxn modelId="{FA2572C5-78C5-4C5F-916B-57512FEA14C9}" type="presParOf" srcId="{CACCE076-5120-42B7-8627-230C22775F29}" destId="{AE63E61E-A729-4048-9B8F-01B2739F5B32}" srcOrd="0" destOrd="0" presId="urn:microsoft.com/office/officeart/2018/2/layout/IconLabelList"/>
    <dgm:cxn modelId="{E6D33097-CBE0-4F03-81F6-9CC3339266C1}" type="presParOf" srcId="{CACCE076-5120-42B7-8627-230C22775F29}" destId="{A5315A54-C918-4674-AACE-20C91DB8F26E}" srcOrd="1" destOrd="0" presId="urn:microsoft.com/office/officeart/2018/2/layout/IconLabelList"/>
    <dgm:cxn modelId="{BFEEC3F2-10F2-470A-B3F0-63EC43F2F327}" type="presParOf" srcId="{CACCE076-5120-42B7-8627-230C22775F29}" destId="{74EB8381-EA0F-459D-9B7F-555436C5BA07}" srcOrd="2" destOrd="0" presId="urn:microsoft.com/office/officeart/2018/2/layout/IconLabelList"/>
    <dgm:cxn modelId="{3BE70603-664E-47CA-8837-B2503AF48980}" type="presParOf" srcId="{00FF8537-CACB-46C1-900E-89017581050D}" destId="{586F0FCC-F45C-4CF1-A1AB-4B6F69C8485D}" srcOrd="3" destOrd="0" presId="urn:microsoft.com/office/officeart/2018/2/layout/IconLabelList"/>
    <dgm:cxn modelId="{BFA6B73A-AD6C-49E4-81F2-46AB102CCA35}" type="presParOf" srcId="{00FF8537-CACB-46C1-900E-89017581050D}" destId="{B7086CA1-10C7-48F3-8736-C09E9B79111B}" srcOrd="4" destOrd="0" presId="urn:microsoft.com/office/officeart/2018/2/layout/IconLabelList"/>
    <dgm:cxn modelId="{16A294CA-B829-461A-A77D-B9F5202282A0}" type="presParOf" srcId="{B7086CA1-10C7-48F3-8736-C09E9B79111B}" destId="{A54D492D-153E-4A82-B415-A4490F18DA4A}" srcOrd="0" destOrd="0" presId="urn:microsoft.com/office/officeart/2018/2/layout/IconLabelList"/>
    <dgm:cxn modelId="{260D3A2E-39A7-4AA4-ADFE-A5D4F5682010}" type="presParOf" srcId="{B7086CA1-10C7-48F3-8736-C09E9B79111B}" destId="{5D423906-CA61-4190-B13F-3B1D7D34EB9B}" srcOrd="1" destOrd="0" presId="urn:microsoft.com/office/officeart/2018/2/layout/IconLabelList"/>
    <dgm:cxn modelId="{8A949493-D5D9-4394-B5A8-199D1FABE153}" type="presParOf" srcId="{B7086CA1-10C7-48F3-8736-C09E9B79111B}" destId="{C38C4D23-5560-4732-9629-3E394D41C8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A94213-474A-4E6A-9BAE-28EE0AF7E69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3A4696-930D-4CDE-A39E-4DBEDF875512}">
      <dgm:prSet/>
      <dgm:spPr/>
      <dgm:t>
        <a:bodyPr/>
        <a:lstStyle/>
        <a:p>
          <a:r>
            <a:rPr lang="en-IN"/>
            <a:t>Model: Random Forest Classifier with 5 Folds</a:t>
          </a:r>
          <a:endParaRPr lang="en-US"/>
        </a:p>
      </dgm:t>
    </dgm:pt>
    <dgm:pt modelId="{CA245B59-ACA4-49FE-98B9-E0DC60593C3C}" type="parTrans" cxnId="{BA326398-9292-4A98-AF78-57F671492DEF}">
      <dgm:prSet/>
      <dgm:spPr/>
      <dgm:t>
        <a:bodyPr/>
        <a:lstStyle/>
        <a:p>
          <a:endParaRPr lang="en-US"/>
        </a:p>
      </dgm:t>
    </dgm:pt>
    <dgm:pt modelId="{892F502F-30A2-4D93-A45F-6770F0AC6AE1}" type="sibTrans" cxnId="{BA326398-9292-4A98-AF78-57F671492DEF}">
      <dgm:prSet/>
      <dgm:spPr/>
      <dgm:t>
        <a:bodyPr/>
        <a:lstStyle/>
        <a:p>
          <a:endParaRPr lang="en-US"/>
        </a:p>
      </dgm:t>
    </dgm:pt>
    <dgm:pt modelId="{48015E15-803E-41BB-8AA8-AED0351DC98F}">
      <dgm:prSet/>
      <dgm:spPr/>
      <dgm:t>
        <a:bodyPr/>
        <a:lstStyle/>
        <a:p>
          <a:r>
            <a:rPr lang="en-IN" dirty="0"/>
            <a:t>Hyperparameters:</a:t>
          </a:r>
          <a:endParaRPr lang="en-US" dirty="0"/>
        </a:p>
      </dgm:t>
    </dgm:pt>
    <dgm:pt modelId="{34C2DD61-51D1-4CBE-A203-A5FF24D3322D}" type="parTrans" cxnId="{5CBB1B61-80AF-41E7-82DC-814BAC096117}">
      <dgm:prSet/>
      <dgm:spPr/>
      <dgm:t>
        <a:bodyPr/>
        <a:lstStyle/>
        <a:p>
          <a:endParaRPr lang="en-US"/>
        </a:p>
      </dgm:t>
    </dgm:pt>
    <dgm:pt modelId="{4ECE7BDA-B20A-470E-A085-766AD4097BEF}" type="sibTrans" cxnId="{5CBB1B61-80AF-41E7-82DC-814BAC096117}">
      <dgm:prSet/>
      <dgm:spPr/>
      <dgm:t>
        <a:bodyPr/>
        <a:lstStyle/>
        <a:p>
          <a:endParaRPr lang="en-US"/>
        </a:p>
      </dgm:t>
    </dgm:pt>
    <dgm:pt modelId="{22E0D4AD-BC89-4CD3-BE0F-12616BAB1D4D}">
      <dgm:prSet/>
      <dgm:spPr/>
      <dgm:t>
        <a:bodyPr/>
        <a:lstStyle/>
        <a:p>
          <a:r>
            <a:rPr lang="en-IN" dirty="0" err="1"/>
            <a:t>n_estimators</a:t>
          </a:r>
          <a:r>
            <a:rPr lang="en-IN" dirty="0"/>
            <a:t>: 100</a:t>
          </a:r>
          <a:endParaRPr lang="en-US" dirty="0"/>
        </a:p>
      </dgm:t>
    </dgm:pt>
    <dgm:pt modelId="{231EEA75-1FBD-47F0-892D-4F1211FA8ECD}" type="parTrans" cxnId="{A6717A74-5BD3-4B5A-9D48-97990D7AF13E}">
      <dgm:prSet/>
      <dgm:spPr/>
      <dgm:t>
        <a:bodyPr/>
        <a:lstStyle/>
        <a:p>
          <a:endParaRPr lang="en-US"/>
        </a:p>
      </dgm:t>
    </dgm:pt>
    <dgm:pt modelId="{296CF0C1-5AF4-4ABA-A744-B497A8AD13D4}" type="sibTrans" cxnId="{A6717A74-5BD3-4B5A-9D48-97990D7AF13E}">
      <dgm:prSet/>
      <dgm:spPr/>
      <dgm:t>
        <a:bodyPr/>
        <a:lstStyle/>
        <a:p>
          <a:endParaRPr lang="en-US"/>
        </a:p>
      </dgm:t>
    </dgm:pt>
    <dgm:pt modelId="{4A79971C-DDC2-4CB8-94A2-D324A004D45A}">
      <dgm:prSet/>
      <dgm:spPr/>
      <dgm:t>
        <a:bodyPr/>
        <a:lstStyle/>
        <a:p>
          <a:r>
            <a:rPr lang="en-IN"/>
            <a:t>Split dataset: 70% training, 30% testing with stratification.</a:t>
          </a:r>
          <a:endParaRPr lang="en-US"/>
        </a:p>
      </dgm:t>
    </dgm:pt>
    <dgm:pt modelId="{01F4EAD7-3FE1-45D1-8146-35AADE6A97FC}" type="parTrans" cxnId="{77588C69-E823-42E7-9A56-4E4F724A4920}">
      <dgm:prSet/>
      <dgm:spPr/>
      <dgm:t>
        <a:bodyPr/>
        <a:lstStyle/>
        <a:p>
          <a:endParaRPr lang="en-US"/>
        </a:p>
      </dgm:t>
    </dgm:pt>
    <dgm:pt modelId="{F7869387-A321-4D9A-9EC0-0D014BC9C25B}" type="sibTrans" cxnId="{77588C69-E823-42E7-9A56-4E4F724A4920}">
      <dgm:prSet/>
      <dgm:spPr/>
      <dgm:t>
        <a:bodyPr/>
        <a:lstStyle/>
        <a:p>
          <a:endParaRPr lang="en-US"/>
        </a:p>
      </dgm:t>
    </dgm:pt>
    <dgm:pt modelId="{A8A32A01-C8BA-4AFC-BC82-D1E9BF83DFD9}">
      <dgm:prSet/>
      <dgm:spPr/>
      <dgm:t>
        <a:bodyPr/>
        <a:lstStyle/>
        <a:p>
          <a:r>
            <a:rPr lang="en-IN"/>
            <a:t>Pipeline trained and validated.</a:t>
          </a:r>
          <a:endParaRPr lang="en-US"/>
        </a:p>
      </dgm:t>
    </dgm:pt>
    <dgm:pt modelId="{392F50CC-3B29-46A5-BA42-FB2D94EBCF8B}" type="parTrans" cxnId="{8054A5AC-0ADB-4DB8-83BF-5F77297C66AD}">
      <dgm:prSet/>
      <dgm:spPr/>
      <dgm:t>
        <a:bodyPr/>
        <a:lstStyle/>
        <a:p>
          <a:endParaRPr lang="en-US"/>
        </a:p>
      </dgm:t>
    </dgm:pt>
    <dgm:pt modelId="{D49CF651-7B91-4B76-8CF1-0CA1C228267A}" type="sibTrans" cxnId="{8054A5AC-0ADB-4DB8-83BF-5F77297C66AD}">
      <dgm:prSet/>
      <dgm:spPr/>
      <dgm:t>
        <a:bodyPr/>
        <a:lstStyle/>
        <a:p>
          <a:endParaRPr lang="en-US"/>
        </a:p>
      </dgm:t>
    </dgm:pt>
    <dgm:pt modelId="{676BD799-BAEC-453E-A4FD-87CEE3D8A4F9}">
      <dgm:prSet/>
      <dgm:spPr/>
      <dgm:t>
        <a:bodyPr/>
        <a:lstStyle/>
        <a:p>
          <a:r>
            <a:rPr lang="en-IN" dirty="0" err="1"/>
            <a:t>max_depth</a:t>
          </a:r>
          <a:r>
            <a:rPr lang="en-IN" dirty="0"/>
            <a:t>: 50</a:t>
          </a:r>
          <a:endParaRPr lang="en-US" dirty="0"/>
        </a:p>
      </dgm:t>
    </dgm:pt>
    <dgm:pt modelId="{888E8EBA-65A8-4910-BAE6-8397B47719FA}" type="sibTrans" cxnId="{070208C3-CB3D-48AD-84AB-46932583B227}">
      <dgm:prSet/>
      <dgm:spPr/>
      <dgm:t>
        <a:bodyPr/>
        <a:lstStyle/>
        <a:p>
          <a:endParaRPr lang="en-US"/>
        </a:p>
      </dgm:t>
    </dgm:pt>
    <dgm:pt modelId="{F6A5AF83-EC60-487A-A5AD-B9701978EE0B}" type="parTrans" cxnId="{070208C3-CB3D-48AD-84AB-46932583B227}">
      <dgm:prSet/>
      <dgm:spPr/>
      <dgm:t>
        <a:bodyPr/>
        <a:lstStyle/>
        <a:p>
          <a:endParaRPr lang="en-US"/>
        </a:p>
      </dgm:t>
    </dgm:pt>
    <dgm:pt modelId="{347AACE7-A553-42A4-BAD8-0D43FB6D11EA}" type="pres">
      <dgm:prSet presAssocID="{48A94213-474A-4E6A-9BAE-28EE0AF7E690}" presName="linear" presStyleCnt="0">
        <dgm:presLayoutVars>
          <dgm:animLvl val="lvl"/>
          <dgm:resizeHandles val="exact"/>
        </dgm:presLayoutVars>
      </dgm:prSet>
      <dgm:spPr/>
    </dgm:pt>
    <dgm:pt modelId="{1073D6BE-5F98-4558-9A59-C05390246C88}" type="pres">
      <dgm:prSet presAssocID="{C13A4696-930D-4CDE-A39E-4DBEDF8755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A50D69-E5FD-4538-8506-A3A7F708A975}" type="pres">
      <dgm:prSet presAssocID="{892F502F-30A2-4D93-A45F-6770F0AC6AE1}" presName="spacer" presStyleCnt="0"/>
      <dgm:spPr/>
    </dgm:pt>
    <dgm:pt modelId="{8E697639-E2B0-4B19-9756-E9B7910CA9DB}" type="pres">
      <dgm:prSet presAssocID="{48015E15-803E-41BB-8AA8-AED0351DC9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D6CB8E-153D-42F3-96E6-349181E023A2}" type="pres">
      <dgm:prSet presAssocID="{48015E15-803E-41BB-8AA8-AED0351DC98F}" presName="childText" presStyleLbl="revTx" presStyleIdx="0" presStyleCnt="1">
        <dgm:presLayoutVars>
          <dgm:bulletEnabled val="1"/>
        </dgm:presLayoutVars>
      </dgm:prSet>
      <dgm:spPr/>
    </dgm:pt>
    <dgm:pt modelId="{A3DB02C9-D976-474C-81F9-3854F00113A0}" type="pres">
      <dgm:prSet presAssocID="{4A79971C-DDC2-4CB8-94A2-D324A004D4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73EFE5E-F882-4A3D-A746-D20563C49797}" type="pres">
      <dgm:prSet presAssocID="{F7869387-A321-4D9A-9EC0-0D014BC9C25B}" presName="spacer" presStyleCnt="0"/>
      <dgm:spPr/>
    </dgm:pt>
    <dgm:pt modelId="{EC2D362B-295A-485D-87B5-E076F249D29B}" type="pres">
      <dgm:prSet presAssocID="{A8A32A01-C8BA-4AFC-BC82-D1E9BF83DF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CBB1B61-80AF-41E7-82DC-814BAC096117}" srcId="{48A94213-474A-4E6A-9BAE-28EE0AF7E690}" destId="{48015E15-803E-41BB-8AA8-AED0351DC98F}" srcOrd="1" destOrd="0" parTransId="{34C2DD61-51D1-4CBE-A203-A5FF24D3322D}" sibTransId="{4ECE7BDA-B20A-470E-A085-766AD4097BEF}"/>
    <dgm:cxn modelId="{96182F62-B4C1-4488-AE31-FA4DB2B3C9D0}" type="presOf" srcId="{676BD799-BAEC-453E-A4FD-87CEE3D8A4F9}" destId="{06D6CB8E-153D-42F3-96E6-349181E023A2}" srcOrd="0" destOrd="1" presId="urn:microsoft.com/office/officeart/2005/8/layout/vList2"/>
    <dgm:cxn modelId="{77588C69-E823-42E7-9A56-4E4F724A4920}" srcId="{48A94213-474A-4E6A-9BAE-28EE0AF7E690}" destId="{4A79971C-DDC2-4CB8-94A2-D324A004D45A}" srcOrd="2" destOrd="0" parTransId="{01F4EAD7-3FE1-45D1-8146-35AADE6A97FC}" sibTransId="{F7869387-A321-4D9A-9EC0-0D014BC9C25B}"/>
    <dgm:cxn modelId="{A6717A74-5BD3-4B5A-9D48-97990D7AF13E}" srcId="{48015E15-803E-41BB-8AA8-AED0351DC98F}" destId="{22E0D4AD-BC89-4CD3-BE0F-12616BAB1D4D}" srcOrd="0" destOrd="0" parTransId="{231EEA75-1FBD-47F0-892D-4F1211FA8ECD}" sibTransId="{296CF0C1-5AF4-4ABA-A744-B497A8AD13D4}"/>
    <dgm:cxn modelId="{16BC0D78-FDD9-4187-93EA-213E45834257}" type="presOf" srcId="{22E0D4AD-BC89-4CD3-BE0F-12616BAB1D4D}" destId="{06D6CB8E-153D-42F3-96E6-349181E023A2}" srcOrd="0" destOrd="0" presId="urn:microsoft.com/office/officeart/2005/8/layout/vList2"/>
    <dgm:cxn modelId="{BA326398-9292-4A98-AF78-57F671492DEF}" srcId="{48A94213-474A-4E6A-9BAE-28EE0AF7E690}" destId="{C13A4696-930D-4CDE-A39E-4DBEDF875512}" srcOrd="0" destOrd="0" parTransId="{CA245B59-ACA4-49FE-98B9-E0DC60593C3C}" sibTransId="{892F502F-30A2-4D93-A45F-6770F0AC6AE1}"/>
    <dgm:cxn modelId="{456761A5-66DA-49BD-962D-E021EC627159}" type="presOf" srcId="{A8A32A01-C8BA-4AFC-BC82-D1E9BF83DFD9}" destId="{EC2D362B-295A-485D-87B5-E076F249D29B}" srcOrd="0" destOrd="0" presId="urn:microsoft.com/office/officeart/2005/8/layout/vList2"/>
    <dgm:cxn modelId="{824F4CA9-1B06-4746-9678-7928D1A274E8}" type="presOf" srcId="{48015E15-803E-41BB-8AA8-AED0351DC98F}" destId="{8E697639-E2B0-4B19-9756-E9B7910CA9DB}" srcOrd="0" destOrd="0" presId="urn:microsoft.com/office/officeart/2005/8/layout/vList2"/>
    <dgm:cxn modelId="{8054A5AC-0ADB-4DB8-83BF-5F77297C66AD}" srcId="{48A94213-474A-4E6A-9BAE-28EE0AF7E690}" destId="{A8A32A01-C8BA-4AFC-BC82-D1E9BF83DFD9}" srcOrd="3" destOrd="0" parTransId="{392F50CC-3B29-46A5-BA42-FB2D94EBCF8B}" sibTransId="{D49CF651-7B91-4B76-8CF1-0CA1C228267A}"/>
    <dgm:cxn modelId="{D75ACCB4-C64A-4649-B0B6-2CAAA8568200}" type="presOf" srcId="{48A94213-474A-4E6A-9BAE-28EE0AF7E690}" destId="{347AACE7-A553-42A4-BAD8-0D43FB6D11EA}" srcOrd="0" destOrd="0" presId="urn:microsoft.com/office/officeart/2005/8/layout/vList2"/>
    <dgm:cxn modelId="{070208C3-CB3D-48AD-84AB-46932583B227}" srcId="{48015E15-803E-41BB-8AA8-AED0351DC98F}" destId="{676BD799-BAEC-453E-A4FD-87CEE3D8A4F9}" srcOrd="1" destOrd="0" parTransId="{F6A5AF83-EC60-487A-A5AD-B9701978EE0B}" sibTransId="{888E8EBA-65A8-4910-BAE6-8397B47719FA}"/>
    <dgm:cxn modelId="{66B24CF9-1FC8-473D-9D19-F4533936EC30}" type="presOf" srcId="{C13A4696-930D-4CDE-A39E-4DBEDF875512}" destId="{1073D6BE-5F98-4558-9A59-C05390246C88}" srcOrd="0" destOrd="0" presId="urn:microsoft.com/office/officeart/2005/8/layout/vList2"/>
    <dgm:cxn modelId="{6B1178FC-D655-4857-AD07-F1400294FBBC}" type="presOf" srcId="{4A79971C-DDC2-4CB8-94A2-D324A004D45A}" destId="{A3DB02C9-D976-474C-81F9-3854F00113A0}" srcOrd="0" destOrd="0" presId="urn:microsoft.com/office/officeart/2005/8/layout/vList2"/>
    <dgm:cxn modelId="{75C74AE2-2FF3-4A7A-9543-087D21D20D94}" type="presParOf" srcId="{347AACE7-A553-42A4-BAD8-0D43FB6D11EA}" destId="{1073D6BE-5F98-4558-9A59-C05390246C88}" srcOrd="0" destOrd="0" presId="urn:microsoft.com/office/officeart/2005/8/layout/vList2"/>
    <dgm:cxn modelId="{3515CBC4-A76C-47CB-AF0E-69B73B9504F9}" type="presParOf" srcId="{347AACE7-A553-42A4-BAD8-0D43FB6D11EA}" destId="{D1A50D69-E5FD-4538-8506-A3A7F708A975}" srcOrd="1" destOrd="0" presId="urn:microsoft.com/office/officeart/2005/8/layout/vList2"/>
    <dgm:cxn modelId="{E3A48C68-3F7B-450F-815C-37C7DBD72857}" type="presParOf" srcId="{347AACE7-A553-42A4-BAD8-0D43FB6D11EA}" destId="{8E697639-E2B0-4B19-9756-E9B7910CA9DB}" srcOrd="2" destOrd="0" presId="urn:microsoft.com/office/officeart/2005/8/layout/vList2"/>
    <dgm:cxn modelId="{9F836805-234C-44D3-934E-40BE2768599B}" type="presParOf" srcId="{347AACE7-A553-42A4-BAD8-0D43FB6D11EA}" destId="{06D6CB8E-153D-42F3-96E6-349181E023A2}" srcOrd="3" destOrd="0" presId="urn:microsoft.com/office/officeart/2005/8/layout/vList2"/>
    <dgm:cxn modelId="{614BF154-94BC-4BDA-9D03-81450961CC76}" type="presParOf" srcId="{347AACE7-A553-42A4-BAD8-0D43FB6D11EA}" destId="{A3DB02C9-D976-474C-81F9-3854F00113A0}" srcOrd="4" destOrd="0" presId="urn:microsoft.com/office/officeart/2005/8/layout/vList2"/>
    <dgm:cxn modelId="{DA0676E4-1B3B-4508-8491-27D26ECC796D}" type="presParOf" srcId="{347AACE7-A553-42A4-BAD8-0D43FB6D11EA}" destId="{B73EFE5E-F882-4A3D-A746-D20563C49797}" srcOrd="5" destOrd="0" presId="urn:microsoft.com/office/officeart/2005/8/layout/vList2"/>
    <dgm:cxn modelId="{4533EE89-2543-4835-804B-6118EBAA9F1B}" type="presParOf" srcId="{347AACE7-A553-42A4-BAD8-0D43FB6D11EA}" destId="{EC2D362B-295A-485D-87B5-E076F249D29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2DD1AA-6D16-45C8-8134-BFC73293EE7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D60373-0EBC-43E5-98EE-376CD47A1C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predictions generated on the test set.</a:t>
          </a:r>
        </a:p>
      </dgm:t>
    </dgm:pt>
    <dgm:pt modelId="{EE1AF10D-DD56-4692-95B7-65C0EEECBA98}" type="parTrans" cxnId="{759470B5-B40C-4647-A362-19CB8B3CE841}">
      <dgm:prSet/>
      <dgm:spPr/>
      <dgm:t>
        <a:bodyPr/>
        <a:lstStyle/>
        <a:p>
          <a:endParaRPr lang="en-US"/>
        </a:p>
      </dgm:t>
    </dgm:pt>
    <dgm:pt modelId="{C612E2EE-1FDB-4010-8208-079467642EC3}" type="sibTrans" cxnId="{759470B5-B40C-4647-A362-19CB8B3CE841}">
      <dgm:prSet/>
      <dgm:spPr/>
      <dgm:t>
        <a:bodyPr/>
        <a:lstStyle/>
        <a:p>
          <a:endParaRPr lang="en-US"/>
        </a:p>
      </dgm:t>
    </dgm:pt>
    <dgm:pt modelId="{255D1D28-1E2F-47C2-9228-B57F7303B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 using the official ground truth file.</a:t>
          </a:r>
        </a:p>
      </dgm:t>
    </dgm:pt>
    <dgm:pt modelId="{64989B62-E6D2-479D-B017-29CB3A58FF03}" type="parTrans" cxnId="{E83DBAFE-541D-4CAE-9D85-D4313249C054}">
      <dgm:prSet/>
      <dgm:spPr/>
      <dgm:t>
        <a:bodyPr/>
        <a:lstStyle/>
        <a:p>
          <a:endParaRPr lang="en-US"/>
        </a:p>
      </dgm:t>
    </dgm:pt>
    <dgm:pt modelId="{B289DE6C-EE7C-4EA7-8D8E-D9A0A39565CA}" type="sibTrans" cxnId="{E83DBAFE-541D-4CAE-9D85-D4313249C054}">
      <dgm:prSet/>
      <dgm:spPr/>
      <dgm:t>
        <a:bodyPr/>
        <a:lstStyle/>
        <a:p>
          <a:endParaRPr lang="en-US"/>
        </a:p>
      </dgm:t>
    </dgm:pt>
    <dgm:pt modelId="{04EBE1BB-8849-41EA-AB72-DCD60C5486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F1 Score achieved: </a:t>
          </a:r>
          <a:r>
            <a:rPr lang="en-US" b="1"/>
            <a:t>82.44%</a:t>
          </a:r>
          <a:endParaRPr lang="en-US"/>
        </a:p>
      </dgm:t>
    </dgm:pt>
    <dgm:pt modelId="{F81A8877-A167-4F55-81F0-D861820B1A69}" type="parTrans" cxnId="{F30F26CF-3C58-42B7-87F3-EB89F049AAE7}">
      <dgm:prSet/>
      <dgm:spPr/>
      <dgm:t>
        <a:bodyPr/>
        <a:lstStyle/>
        <a:p>
          <a:endParaRPr lang="en-US"/>
        </a:p>
      </dgm:t>
    </dgm:pt>
    <dgm:pt modelId="{DA51E95E-AD69-4103-A52E-1D644D57159D}" type="sibTrans" cxnId="{F30F26CF-3C58-42B7-87F3-EB89F049AAE7}">
      <dgm:prSet/>
      <dgm:spPr/>
      <dgm:t>
        <a:bodyPr/>
        <a:lstStyle/>
        <a:p>
          <a:endParaRPr lang="en-US"/>
        </a:p>
      </dgm:t>
    </dgm:pt>
    <dgm:pt modelId="{8A2DDE55-41CB-4F80-9DE6-0C23D9044AD8}" type="pres">
      <dgm:prSet presAssocID="{962DD1AA-6D16-45C8-8134-BFC73293EE7A}" presName="root" presStyleCnt="0">
        <dgm:presLayoutVars>
          <dgm:dir/>
          <dgm:resizeHandles val="exact"/>
        </dgm:presLayoutVars>
      </dgm:prSet>
      <dgm:spPr/>
    </dgm:pt>
    <dgm:pt modelId="{9E714208-C3FC-46E3-A162-F127152E9484}" type="pres">
      <dgm:prSet presAssocID="{0BD60373-0EBC-43E5-98EE-376CD47A1C02}" presName="compNode" presStyleCnt="0"/>
      <dgm:spPr/>
    </dgm:pt>
    <dgm:pt modelId="{CAF6C8C0-8650-458F-B4DF-1602D98FAA67}" type="pres">
      <dgm:prSet presAssocID="{0BD60373-0EBC-43E5-98EE-376CD47A1C02}" presName="bgRect" presStyleLbl="bgShp" presStyleIdx="0" presStyleCnt="3"/>
      <dgm:spPr/>
    </dgm:pt>
    <dgm:pt modelId="{1894E506-E4FA-4C72-AF12-D972C7D55080}" type="pres">
      <dgm:prSet presAssocID="{0BD60373-0EBC-43E5-98EE-376CD47A1C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135D84FF-DDD5-4930-AA32-3822E96696BC}" type="pres">
      <dgm:prSet presAssocID="{0BD60373-0EBC-43E5-98EE-376CD47A1C02}" presName="spaceRect" presStyleCnt="0"/>
      <dgm:spPr/>
    </dgm:pt>
    <dgm:pt modelId="{8123D30A-A498-4E26-AFD3-28918CA5350B}" type="pres">
      <dgm:prSet presAssocID="{0BD60373-0EBC-43E5-98EE-376CD47A1C02}" presName="parTx" presStyleLbl="revTx" presStyleIdx="0" presStyleCnt="3">
        <dgm:presLayoutVars>
          <dgm:chMax val="0"/>
          <dgm:chPref val="0"/>
        </dgm:presLayoutVars>
      </dgm:prSet>
      <dgm:spPr/>
    </dgm:pt>
    <dgm:pt modelId="{3106DEB8-5D97-4967-A4B5-86D4FAC26830}" type="pres">
      <dgm:prSet presAssocID="{C612E2EE-1FDB-4010-8208-079467642EC3}" presName="sibTrans" presStyleCnt="0"/>
      <dgm:spPr/>
    </dgm:pt>
    <dgm:pt modelId="{54C5AC66-6340-477D-8E8C-DA08952ADE15}" type="pres">
      <dgm:prSet presAssocID="{255D1D28-1E2F-47C2-9228-B57F7303B8B3}" presName="compNode" presStyleCnt="0"/>
      <dgm:spPr/>
    </dgm:pt>
    <dgm:pt modelId="{E2523467-4253-4AEA-B1B2-AD94DC2D8703}" type="pres">
      <dgm:prSet presAssocID="{255D1D28-1E2F-47C2-9228-B57F7303B8B3}" presName="bgRect" presStyleLbl="bgShp" presStyleIdx="1" presStyleCnt="3"/>
      <dgm:spPr/>
    </dgm:pt>
    <dgm:pt modelId="{DDAC556A-99DB-4900-811F-DF5559C70EFC}" type="pres">
      <dgm:prSet presAssocID="{255D1D28-1E2F-47C2-9228-B57F7303B8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A0A96EB-3C78-4BEE-AAA8-2451ED6BD70F}" type="pres">
      <dgm:prSet presAssocID="{255D1D28-1E2F-47C2-9228-B57F7303B8B3}" presName="spaceRect" presStyleCnt="0"/>
      <dgm:spPr/>
    </dgm:pt>
    <dgm:pt modelId="{29B5EF69-6D41-4866-AF52-100BEBD4C304}" type="pres">
      <dgm:prSet presAssocID="{255D1D28-1E2F-47C2-9228-B57F7303B8B3}" presName="parTx" presStyleLbl="revTx" presStyleIdx="1" presStyleCnt="3">
        <dgm:presLayoutVars>
          <dgm:chMax val="0"/>
          <dgm:chPref val="0"/>
        </dgm:presLayoutVars>
      </dgm:prSet>
      <dgm:spPr/>
    </dgm:pt>
    <dgm:pt modelId="{1BC928E4-1ABB-4414-82D0-238AEF292A13}" type="pres">
      <dgm:prSet presAssocID="{B289DE6C-EE7C-4EA7-8D8E-D9A0A39565CA}" presName="sibTrans" presStyleCnt="0"/>
      <dgm:spPr/>
    </dgm:pt>
    <dgm:pt modelId="{4A5C2BAC-2406-4BF1-BC25-76804615C4E1}" type="pres">
      <dgm:prSet presAssocID="{04EBE1BB-8849-41EA-AB72-DCD60C54861C}" presName="compNode" presStyleCnt="0"/>
      <dgm:spPr/>
    </dgm:pt>
    <dgm:pt modelId="{379729A9-D555-44D8-9E6F-48FDE435047F}" type="pres">
      <dgm:prSet presAssocID="{04EBE1BB-8849-41EA-AB72-DCD60C54861C}" presName="bgRect" presStyleLbl="bgShp" presStyleIdx="2" presStyleCnt="3"/>
      <dgm:spPr/>
    </dgm:pt>
    <dgm:pt modelId="{45000DE7-6865-41FF-BA2D-B95419D7A1A5}" type="pres">
      <dgm:prSet presAssocID="{04EBE1BB-8849-41EA-AB72-DCD60C5486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AF34667-097E-49F1-9EFE-B0F7F1E7D441}" type="pres">
      <dgm:prSet presAssocID="{04EBE1BB-8849-41EA-AB72-DCD60C54861C}" presName="spaceRect" presStyleCnt="0"/>
      <dgm:spPr/>
    </dgm:pt>
    <dgm:pt modelId="{354F30B6-A3F5-4231-8DE7-5EB5D9CCDD2E}" type="pres">
      <dgm:prSet presAssocID="{04EBE1BB-8849-41EA-AB72-DCD60C54861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D4E5617-3CF4-4241-B501-330970F715B4}" type="presOf" srcId="{962DD1AA-6D16-45C8-8134-BFC73293EE7A}" destId="{8A2DDE55-41CB-4F80-9DE6-0C23D9044AD8}" srcOrd="0" destOrd="0" presId="urn:microsoft.com/office/officeart/2018/2/layout/IconVerticalSolidList"/>
    <dgm:cxn modelId="{C2C27349-2A0E-4437-AB32-097E07B3B66C}" type="presOf" srcId="{0BD60373-0EBC-43E5-98EE-376CD47A1C02}" destId="{8123D30A-A498-4E26-AFD3-28918CA5350B}" srcOrd="0" destOrd="0" presId="urn:microsoft.com/office/officeart/2018/2/layout/IconVerticalSolidList"/>
    <dgm:cxn modelId="{C094638B-BF27-4A59-AC0E-34E042D61AD1}" type="presOf" srcId="{255D1D28-1E2F-47C2-9228-B57F7303B8B3}" destId="{29B5EF69-6D41-4866-AF52-100BEBD4C304}" srcOrd="0" destOrd="0" presId="urn:microsoft.com/office/officeart/2018/2/layout/IconVerticalSolidList"/>
    <dgm:cxn modelId="{3F5730B1-FF4B-4589-B214-166C1C353FA4}" type="presOf" srcId="{04EBE1BB-8849-41EA-AB72-DCD60C54861C}" destId="{354F30B6-A3F5-4231-8DE7-5EB5D9CCDD2E}" srcOrd="0" destOrd="0" presId="urn:microsoft.com/office/officeart/2018/2/layout/IconVerticalSolidList"/>
    <dgm:cxn modelId="{759470B5-B40C-4647-A362-19CB8B3CE841}" srcId="{962DD1AA-6D16-45C8-8134-BFC73293EE7A}" destId="{0BD60373-0EBC-43E5-98EE-376CD47A1C02}" srcOrd="0" destOrd="0" parTransId="{EE1AF10D-DD56-4692-95B7-65C0EEECBA98}" sibTransId="{C612E2EE-1FDB-4010-8208-079467642EC3}"/>
    <dgm:cxn modelId="{F30F26CF-3C58-42B7-87F3-EB89F049AAE7}" srcId="{962DD1AA-6D16-45C8-8134-BFC73293EE7A}" destId="{04EBE1BB-8849-41EA-AB72-DCD60C54861C}" srcOrd="2" destOrd="0" parTransId="{F81A8877-A167-4F55-81F0-D861820B1A69}" sibTransId="{DA51E95E-AD69-4103-A52E-1D644D57159D}"/>
    <dgm:cxn modelId="{E83DBAFE-541D-4CAE-9D85-D4313249C054}" srcId="{962DD1AA-6D16-45C8-8134-BFC73293EE7A}" destId="{255D1D28-1E2F-47C2-9228-B57F7303B8B3}" srcOrd="1" destOrd="0" parTransId="{64989B62-E6D2-479D-B017-29CB3A58FF03}" sibTransId="{B289DE6C-EE7C-4EA7-8D8E-D9A0A39565CA}"/>
    <dgm:cxn modelId="{8F6C230D-336D-48D5-A522-E30BE2317295}" type="presParOf" srcId="{8A2DDE55-41CB-4F80-9DE6-0C23D9044AD8}" destId="{9E714208-C3FC-46E3-A162-F127152E9484}" srcOrd="0" destOrd="0" presId="urn:microsoft.com/office/officeart/2018/2/layout/IconVerticalSolidList"/>
    <dgm:cxn modelId="{706BDF2F-BF00-4478-AD33-A0C8AA1E615B}" type="presParOf" srcId="{9E714208-C3FC-46E3-A162-F127152E9484}" destId="{CAF6C8C0-8650-458F-B4DF-1602D98FAA67}" srcOrd="0" destOrd="0" presId="urn:microsoft.com/office/officeart/2018/2/layout/IconVerticalSolidList"/>
    <dgm:cxn modelId="{7C2AC53F-3435-45B3-8BC9-E14BD17CEDAA}" type="presParOf" srcId="{9E714208-C3FC-46E3-A162-F127152E9484}" destId="{1894E506-E4FA-4C72-AF12-D972C7D55080}" srcOrd="1" destOrd="0" presId="urn:microsoft.com/office/officeart/2018/2/layout/IconVerticalSolidList"/>
    <dgm:cxn modelId="{9BB032DA-98D8-4505-A9B0-0A50C1D5C69B}" type="presParOf" srcId="{9E714208-C3FC-46E3-A162-F127152E9484}" destId="{135D84FF-DDD5-4930-AA32-3822E96696BC}" srcOrd="2" destOrd="0" presId="urn:microsoft.com/office/officeart/2018/2/layout/IconVerticalSolidList"/>
    <dgm:cxn modelId="{93F451F2-13BF-49C0-9B81-8C9FF55111DE}" type="presParOf" srcId="{9E714208-C3FC-46E3-A162-F127152E9484}" destId="{8123D30A-A498-4E26-AFD3-28918CA5350B}" srcOrd="3" destOrd="0" presId="urn:microsoft.com/office/officeart/2018/2/layout/IconVerticalSolidList"/>
    <dgm:cxn modelId="{97050D30-70F9-423F-A014-679606440BB9}" type="presParOf" srcId="{8A2DDE55-41CB-4F80-9DE6-0C23D9044AD8}" destId="{3106DEB8-5D97-4967-A4B5-86D4FAC26830}" srcOrd="1" destOrd="0" presId="urn:microsoft.com/office/officeart/2018/2/layout/IconVerticalSolidList"/>
    <dgm:cxn modelId="{9E362925-EED7-47BC-ADEB-ABBCC516CB63}" type="presParOf" srcId="{8A2DDE55-41CB-4F80-9DE6-0C23D9044AD8}" destId="{54C5AC66-6340-477D-8E8C-DA08952ADE15}" srcOrd="2" destOrd="0" presId="urn:microsoft.com/office/officeart/2018/2/layout/IconVerticalSolidList"/>
    <dgm:cxn modelId="{0B6073AE-C4C1-4CD1-AC1C-A4A68523C859}" type="presParOf" srcId="{54C5AC66-6340-477D-8E8C-DA08952ADE15}" destId="{E2523467-4253-4AEA-B1B2-AD94DC2D8703}" srcOrd="0" destOrd="0" presId="urn:microsoft.com/office/officeart/2018/2/layout/IconVerticalSolidList"/>
    <dgm:cxn modelId="{56DD7C47-80B5-4643-8786-C27B874D53B6}" type="presParOf" srcId="{54C5AC66-6340-477D-8E8C-DA08952ADE15}" destId="{DDAC556A-99DB-4900-811F-DF5559C70EFC}" srcOrd="1" destOrd="0" presId="urn:microsoft.com/office/officeart/2018/2/layout/IconVerticalSolidList"/>
    <dgm:cxn modelId="{D9736528-126D-4754-91AA-288843686499}" type="presParOf" srcId="{54C5AC66-6340-477D-8E8C-DA08952ADE15}" destId="{FA0A96EB-3C78-4BEE-AAA8-2451ED6BD70F}" srcOrd="2" destOrd="0" presId="urn:microsoft.com/office/officeart/2018/2/layout/IconVerticalSolidList"/>
    <dgm:cxn modelId="{FB5C2292-2C50-4CD4-8C0A-4B10815006F5}" type="presParOf" srcId="{54C5AC66-6340-477D-8E8C-DA08952ADE15}" destId="{29B5EF69-6D41-4866-AF52-100BEBD4C304}" srcOrd="3" destOrd="0" presId="urn:microsoft.com/office/officeart/2018/2/layout/IconVerticalSolidList"/>
    <dgm:cxn modelId="{5DFF9581-15EE-4808-B47F-32BDBFB154A7}" type="presParOf" srcId="{8A2DDE55-41CB-4F80-9DE6-0C23D9044AD8}" destId="{1BC928E4-1ABB-4414-82D0-238AEF292A13}" srcOrd="3" destOrd="0" presId="urn:microsoft.com/office/officeart/2018/2/layout/IconVerticalSolidList"/>
    <dgm:cxn modelId="{B47C1B34-00AE-4FA1-9A03-3F4F4A404E48}" type="presParOf" srcId="{8A2DDE55-41CB-4F80-9DE6-0C23D9044AD8}" destId="{4A5C2BAC-2406-4BF1-BC25-76804615C4E1}" srcOrd="4" destOrd="0" presId="urn:microsoft.com/office/officeart/2018/2/layout/IconVerticalSolidList"/>
    <dgm:cxn modelId="{CD7E9698-E88B-43DB-96D0-86F8E8174BF5}" type="presParOf" srcId="{4A5C2BAC-2406-4BF1-BC25-76804615C4E1}" destId="{379729A9-D555-44D8-9E6F-48FDE435047F}" srcOrd="0" destOrd="0" presId="urn:microsoft.com/office/officeart/2018/2/layout/IconVerticalSolidList"/>
    <dgm:cxn modelId="{B2E80C49-A5F6-460B-A452-69CD73EC7FF8}" type="presParOf" srcId="{4A5C2BAC-2406-4BF1-BC25-76804615C4E1}" destId="{45000DE7-6865-41FF-BA2D-B95419D7A1A5}" srcOrd="1" destOrd="0" presId="urn:microsoft.com/office/officeart/2018/2/layout/IconVerticalSolidList"/>
    <dgm:cxn modelId="{FF093557-0E80-4F22-8FA7-AB228EB028FA}" type="presParOf" srcId="{4A5C2BAC-2406-4BF1-BC25-76804615C4E1}" destId="{AAF34667-097E-49F1-9EFE-B0F7F1E7D441}" srcOrd="2" destOrd="0" presId="urn:microsoft.com/office/officeart/2018/2/layout/IconVerticalSolidList"/>
    <dgm:cxn modelId="{027BAF97-B41E-4FD2-BAEB-C2D129EF8E81}" type="presParOf" srcId="{4A5C2BAC-2406-4BF1-BC25-76804615C4E1}" destId="{354F30B6-A3F5-4231-8DE7-5EB5D9CCDD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CC851-59D8-4A99-9B9E-51BA1B5CEA50}">
      <dsp:nvSpPr>
        <dsp:cNvPr id="0" name=""/>
        <dsp:cNvSpPr/>
      </dsp:nvSpPr>
      <dsp:spPr>
        <a:xfrm>
          <a:off x="0" y="72380"/>
          <a:ext cx="5925310" cy="1000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 the presence or absence of frogs across southeastern Australia based on climatic and environmental variables.</a:t>
          </a:r>
        </a:p>
      </dsp:txBody>
      <dsp:txXfrm>
        <a:off x="48833" y="121213"/>
        <a:ext cx="5827644" cy="902684"/>
      </dsp:txXfrm>
    </dsp:sp>
    <dsp:sp modelId="{B474A2DB-B9B5-4BBF-9CC4-B141FDB7E655}">
      <dsp:nvSpPr>
        <dsp:cNvPr id="0" name=""/>
        <dsp:cNvSpPr/>
      </dsp:nvSpPr>
      <dsp:spPr>
        <a:xfrm>
          <a:off x="0" y="1127450"/>
          <a:ext cx="5925310" cy="1000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a machine learning model using TerraClimate variables to classify frog presence accurately.</a:t>
          </a:r>
        </a:p>
      </dsp:txBody>
      <dsp:txXfrm>
        <a:off x="48833" y="1176283"/>
        <a:ext cx="5827644" cy="902684"/>
      </dsp:txXfrm>
    </dsp:sp>
    <dsp:sp modelId="{36CECBAD-5DD9-4E4B-ABE3-C72293CFFF2E}">
      <dsp:nvSpPr>
        <dsp:cNvPr id="0" name=""/>
        <dsp:cNvSpPr/>
      </dsp:nvSpPr>
      <dsp:spPr>
        <a:xfrm>
          <a:off x="0" y="2182521"/>
          <a:ext cx="5925310" cy="10003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F1 Score against provided ground truth labels.</a:t>
          </a:r>
        </a:p>
      </dsp:txBody>
      <dsp:txXfrm>
        <a:off x="48833" y="2231354"/>
        <a:ext cx="5827644" cy="902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81760-4A21-425A-A221-57E6E141D713}">
      <dsp:nvSpPr>
        <dsp:cNvPr id="0" name=""/>
        <dsp:cNvSpPr/>
      </dsp:nvSpPr>
      <dsp:spPr>
        <a:xfrm>
          <a:off x="826589" y="552813"/>
          <a:ext cx="976812" cy="976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F725E-2AC4-4019-A658-B5A2E5378BA0}">
      <dsp:nvSpPr>
        <dsp:cNvPr id="0" name=""/>
        <dsp:cNvSpPr/>
      </dsp:nvSpPr>
      <dsp:spPr>
        <a:xfrm>
          <a:off x="229647" y="1829161"/>
          <a:ext cx="217069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 err="1"/>
            <a:t>TerraClimate</a:t>
          </a:r>
          <a:r>
            <a:rPr lang="en-IN" sz="1200" kern="1200" dirty="0"/>
            <a:t> environmental dataset.</a:t>
          </a:r>
          <a:endParaRPr lang="en-US" sz="1200" kern="1200" dirty="0"/>
        </a:p>
      </dsp:txBody>
      <dsp:txXfrm>
        <a:off x="229647" y="1829161"/>
        <a:ext cx="2170695" cy="720000"/>
      </dsp:txXfrm>
    </dsp:sp>
    <dsp:sp modelId="{AE63E61E-A729-4048-9B8F-01B2739F5B32}">
      <dsp:nvSpPr>
        <dsp:cNvPr id="0" name=""/>
        <dsp:cNvSpPr/>
      </dsp:nvSpPr>
      <dsp:spPr>
        <a:xfrm>
          <a:off x="3377156" y="552813"/>
          <a:ext cx="976812" cy="976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B8381-EA0F-459D-9B7F-555436C5BA07}">
      <dsp:nvSpPr>
        <dsp:cNvPr id="0" name=""/>
        <dsp:cNvSpPr/>
      </dsp:nvSpPr>
      <dsp:spPr>
        <a:xfrm>
          <a:off x="2780214" y="1829161"/>
          <a:ext cx="217069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Climate variables such as precipitation, evapotranspiration, solar radiation, drought indices, temperature extremes, etc.</a:t>
          </a:r>
          <a:endParaRPr lang="en-US" sz="1200" kern="1200" dirty="0"/>
        </a:p>
      </dsp:txBody>
      <dsp:txXfrm>
        <a:off x="2780214" y="1829161"/>
        <a:ext cx="2170695" cy="720000"/>
      </dsp:txXfrm>
    </dsp:sp>
    <dsp:sp modelId="{A54D492D-153E-4A82-B415-A4490F18DA4A}">
      <dsp:nvSpPr>
        <dsp:cNvPr id="0" name=""/>
        <dsp:cNvSpPr/>
      </dsp:nvSpPr>
      <dsp:spPr>
        <a:xfrm>
          <a:off x="5927723" y="552813"/>
          <a:ext cx="976812" cy="976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C4D23-5560-4732-9629-3E394D41C8E6}">
      <dsp:nvSpPr>
        <dsp:cNvPr id="0" name=""/>
        <dsp:cNvSpPr/>
      </dsp:nvSpPr>
      <dsp:spPr>
        <a:xfrm>
          <a:off x="5330781" y="1829161"/>
          <a:ext cx="217069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Frog presence (1) or absence (0) at given spatial coordinates.</a:t>
          </a:r>
          <a:endParaRPr lang="en-US" sz="1200" kern="1200" dirty="0"/>
        </a:p>
      </dsp:txBody>
      <dsp:txXfrm>
        <a:off x="5330781" y="1829161"/>
        <a:ext cx="217069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3D6BE-5F98-4558-9A59-C05390246C88}">
      <dsp:nvSpPr>
        <dsp:cNvPr id="0" name=""/>
        <dsp:cNvSpPr/>
      </dsp:nvSpPr>
      <dsp:spPr>
        <a:xfrm>
          <a:off x="0" y="33375"/>
          <a:ext cx="6151562" cy="1081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Model: Random Forest Classifier with 5 Folds</a:t>
          </a:r>
          <a:endParaRPr lang="en-US" sz="2800" kern="1200"/>
        </a:p>
      </dsp:txBody>
      <dsp:txXfrm>
        <a:off x="52774" y="86149"/>
        <a:ext cx="6046014" cy="975532"/>
      </dsp:txXfrm>
    </dsp:sp>
    <dsp:sp modelId="{8E697639-E2B0-4B19-9756-E9B7910CA9DB}">
      <dsp:nvSpPr>
        <dsp:cNvPr id="0" name=""/>
        <dsp:cNvSpPr/>
      </dsp:nvSpPr>
      <dsp:spPr>
        <a:xfrm>
          <a:off x="0" y="1195095"/>
          <a:ext cx="6151562" cy="1081080"/>
        </a:xfrm>
        <a:prstGeom prst="roundRect">
          <a:avLst/>
        </a:prstGeom>
        <a:solidFill>
          <a:schemeClr val="accent2">
            <a:hueOff val="-3450629"/>
            <a:satOff val="15286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Hyperparameters:</a:t>
          </a:r>
          <a:endParaRPr lang="en-US" sz="2800" kern="1200" dirty="0"/>
        </a:p>
      </dsp:txBody>
      <dsp:txXfrm>
        <a:off x="52774" y="1247869"/>
        <a:ext cx="6046014" cy="975532"/>
      </dsp:txXfrm>
    </dsp:sp>
    <dsp:sp modelId="{06D6CB8E-153D-42F3-96E6-349181E023A2}">
      <dsp:nvSpPr>
        <dsp:cNvPr id="0" name=""/>
        <dsp:cNvSpPr/>
      </dsp:nvSpPr>
      <dsp:spPr>
        <a:xfrm>
          <a:off x="0" y="2276175"/>
          <a:ext cx="6151562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31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 dirty="0" err="1"/>
            <a:t>n_estimators</a:t>
          </a:r>
          <a:r>
            <a:rPr lang="en-IN" sz="2200" kern="1200" dirty="0"/>
            <a:t>: 100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 dirty="0" err="1"/>
            <a:t>max_depth</a:t>
          </a:r>
          <a:r>
            <a:rPr lang="en-IN" sz="2200" kern="1200" dirty="0"/>
            <a:t>: 50</a:t>
          </a:r>
          <a:endParaRPr lang="en-US" sz="2200" kern="1200" dirty="0"/>
        </a:p>
      </dsp:txBody>
      <dsp:txXfrm>
        <a:off x="0" y="2276175"/>
        <a:ext cx="6151562" cy="724500"/>
      </dsp:txXfrm>
    </dsp:sp>
    <dsp:sp modelId="{A3DB02C9-D976-474C-81F9-3854F00113A0}">
      <dsp:nvSpPr>
        <dsp:cNvPr id="0" name=""/>
        <dsp:cNvSpPr/>
      </dsp:nvSpPr>
      <dsp:spPr>
        <a:xfrm>
          <a:off x="0" y="3000675"/>
          <a:ext cx="6151562" cy="1081080"/>
        </a:xfrm>
        <a:prstGeom prst="roundRect">
          <a:avLst/>
        </a:prstGeom>
        <a:solidFill>
          <a:schemeClr val="accent2">
            <a:hueOff val="-6901259"/>
            <a:satOff val="30573"/>
            <a:lumOff val="-112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Split dataset: 70% training, 30% testing with stratification.</a:t>
          </a:r>
          <a:endParaRPr lang="en-US" sz="2800" kern="1200"/>
        </a:p>
      </dsp:txBody>
      <dsp:txXfrm>
        <a:off x="52774" y="3053449"/>
        <a:ext cx="6046014" cy="975532"/>
      </dsp:txXfrm>
    </dsp:sp>
    <dsp:sp modelId="{EC2D362B-295A-485D-87B5-E076F249D29B}">
      <dsp:nvSpPr>
        <dsp:cNvPr id="0" name=""/>
        <dsp:cNvSpPr/>
      </dsp:nvSpPr>
      <dsp:spPr>
        <a:xfrm>
          <a:off x="0" y="4162395"/>
          <a:ext cx="6151562" cy="1081080"/>
        </a:xfrm>
        <a:prstGeom prst="round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Pipeline trained and validated.</a:t>
          </a:r>
          <a:endParaRPr lang="en-US" sz="2800" kern="1200"/>
        </a:p>
      </dsp:txBody>
      <dsp:txXfrm>
        <a:off x="52774" y="4215169"/>
        <a:ext cx="6046014" cy="9755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6C8C0-8650-458F-B4DF-1602D98FAA67}">
      <dsp:nvSpPr>
        <dsp:cNvPr id="0" name=""/>
        <dsp:cNvSpPr/>
      </dsp:nvSpPr>
      <dsp:spPr>
        <a:xfrm>
          <a:off x="0" y="378"/>
          <a:ext cx="7729728" cy="88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4E506-E4FA-4C72-AF12-D972C7D55080}">
      <dsp:nvSpPr>
        <dsp:cNvPr id="0" name=""/>
        <dsp:cNvSpPr/>
      </dsp:nvSpPr>
      <dsp:spPr>
        <a:xfrm>
          <a:off x="268034" y="199743"/>
          <a:ext cx="487335" cy="487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3D30A-A498-4E26-AFD3-28918CA5350B}">
      <dsp:nvSpPr>
        <dsp:cNvPr id="0" name=""/>
        <dsp:cNvSpPr/>
      </dsp:nvSpPr>
      <dsp:spPr>
        <a:xfrm>
          <a:off x="1023404" y="378"/>
          <a:ext cx="6706323" cy="88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75" tIns="93775" rIns="93775" bIns="937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Final predictions generated on the test set.</a:t>
          </a:r>
        </a:p>
      </dsp:txBody>
      <dsp:txXfrm>
        <a:off x="1023404" y="378"/>
        <a:ext cx="6706323" cy="886064"/>
      </dsp:txXfrm>
    </dsp:sp>
    <dsp:sp modelId="{E2523467-4253-4AEA-B1B2-AD94DC2D8703}">
      <dsp:nvSpPr>
        <dsp:cNvPr id="0" name=""/>
        <dsp:cNvSpPr/>
      </dsp:nvSpPr>
      <dsp:spPr>
        <a:xfrm>
          <a:off x="0" y="1107959"/>
          <a:ext cx="7729728" cy="88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C556A-99DB-4900-811F-DF5559C70EFC}">
      <dsp:nvSpPr>
        <dsp:cNvPr id="0" name=""/>
        <dsp:cNvSpPr/>
      </dsp:nvSpPr>
      <dsp:spPr>
        <a:xfrm>
          <a:off x="268034" y="1307323"/>
          <a:ext cx="487335" cy="4873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5EF69-6D41-4866-AF52-100BEBD4C304}">
      <dsp:nvSpPr>
        <dsp:cNvPr id="0" name=""/>
        <dsp:cNvSpPr/>
      </dsp:nvSpPr>
      <dsp:spPr>
        <a:xfrm>
          <a:off x="1023404" y="1107959"/>
          <a:ext cx="6706323" cy="88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75" tIns="93775" rIns="93775" bIns="937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Evaluation using the official ground truth file.</a:t>
          </a:r>
        </a:p>
      </dsp:txBody>
      <dsp:txXfrm>
        <a:off x="1023404" y="1107959"/>
        <a:ext cx="6706323" cy="886064"/>
      </dsp:txXfrm>
    </dsp:sp>
    <dsp:sp modelId="{379729A9-D555-44D8-9E6F-48FDE435047F}">
      <dsp:nvSpPr>
        <dsp:cNvPr id="0" name=""/>
        <dsp:cNvSpPr/>
      </dsp:nvSpPr>
      <dsp:spPr>
        <a:xfrm>
          <a:off x="0" y="2215539"/>
          <a:ext cx="7729728" cy="8860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00DE7-6865-41FF-BA2D-B95419D7A1A5}">
      <dsp:nvSpPr>
        <dsp:cNvPr id="0" name=""/>
        <dsp:cNvSpPr/>
      </dsp:nvSpPr>
      <dsp:spPr>
        <a:xfrm>
          <a:off x="268034" y="2414904"/>
          <a:ext cx="487335" cy="487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F30B6-A3F5-4231-8DE7-5EB5D9CCDD2E}">
      <dsp:nvSpPr>
        <dsp:cNvPr id="0" name=""/>
        <dsp:cNvSpPr/>
      </dsp:nvSpPr>
      <dsp:spPr>
        <a:xfrm>
          <a:off x="1023404" y="2215539"/>
          <a:ext cx="6706323" cy="8860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775" tIns="93775" rIns="93775" bIns="9377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Final F1 Score achieved: </a:t>
          </a:r>
          <a:r>
            <a:rPr lang="en-US" sz="2500" b="1" kern="1200"/>
            <a:t>82.44%</a:t>
          </a:r>
          <a:endParaRPr lang="en-US" sz="2500" kern="1200"/>
        </a:p>
      </dsp:txBody>
      <dsp:txXfrm>
        <a:off x="1023404" y="2215539"/>
        <a:ext cx="6706323" cy="8860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39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21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3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2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4429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1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0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4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2E171BA-CC09-47C8-A6DF-F5C5CB59CEEC}" type="datetime1">
              <a:rPr lang="en-US" smtClean="0"/>
              <a:t>4/26/2025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0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73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0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D40D3D-DD25-1CE0-68A4-BC73B3CF7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351692"/>
            <a:ext cx="4308672" cy="5866997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Biodiversity Challenge – Predicting Frog Presence Using Climate Data</a:t>
            </a:r>
          </a:p>
          <a:p>
            <a:pPr>
              <a:lnSpc>
                <a:spcPct val="120000"/>
              </a:lnSpc>
            </a:pPr>
            <a:r>
              <a:rPr lang="en-US" sz="800" dirty="0"/>
              <a:t>Suman Anand – SXA230187</a:t>
            </a:r>
          </a:p>
          <a:p>
            <a:pPr>
              <a:lnSpc>
                <a:spcPct val="120000"/>
              </a:lnSpc>
            </a:pPr>
            <a:r>
              <a:rPr lang="en-US" sz="800" dirty="0"/>
              <a:t>Sai Kumar – SXK220458</a:t>
            </a:r>
          </a:p>
          <a:p>
            <a:pPr>
              <a:lnSpc>
                <a:spcPct val="120000"/>
              </a:lnSpc>
            </a:pPr>
            <a:r>
              <a:rPr lang="en-US" sz="800" dirty="0"/>
              <a:t>PXT230010</a:t>
            </a:r>
          </a:p>
          <a:p>
            <a:pPr>
              <a:lnSpc>
                <a:spcPct val="120000"/>
              </a:lnSpc>
            </a:pPr>
            <a:r>
              <a:rPr lang="en-US" sz="800" dirty="0"/>
              <a:t>Kaushil Madhubhai Mangaroliya – KMM210014</a:t>
            </a:r>
          </a:p>
          <a:p>
            <a:pPr>
              <a:lnSpc>
                <a:spcPct val="120000"/>
              </a:lnSpc>
            </a:pPr>
            <a:endParaRPr lang="en-US" sz="500" dirty="0"/>
          </a:p>
          <a:p>
            <a:pPr>
              <a:lnSpc>
                <a:spcPct val="120000"/>
              </a:lnSpc>
            </a:pPr>
            <a:endParaRPr lang="en-US" sz="500" dirty="0"/>
          </a:p>
          <a:p>
            <a:pPr>
              <a:lnSpc>
                <a:spcPct val="120000"/>
              </a:lnSpc>
            </a:pPr>
            <a:endParaRPr lang="en-US" sz="500" dirty="0"/>
          </a:p>
          <a:p>
            <a:pPr>
              <a:lnSpc>
                <a:spcPct val="120000"/>
              </a:lnSpc>
            </a:pPr>
            <a:r>
              <a:rPr lang="en-US" dirty="0"/>
              <a:t>BUAN 6390.003</a:t>
            </a:r>
          </a:p>
          <a:p>
            <a:pPr>
              <a:lnSpc>
                <a:spcPct val="120000"/>
              </a:lnSpc>
            </a:pPr>
            <a:r>
              <a:rPr lang="en-US" dirty="0"/>
              <a:t>Professor Brian Dean</a:t>
            </a:r>
          </a:p>
          <a:p>
            <a:pPr>
              <a:lnSpc>
                <a:spcPct val="120000"/>
              </a:lnSpc>
            </a:pPr>
            <a:endParaRPr lang="en-US" sz="500" dirty="0"/>
          </a:p>
          <a:p>
            <a:pPr>
              <a:lnSpc>
                <a:spcPct val="120000"/>
              </a:lnSpc>
            </a:pPr>
            <a:endParaRPr lang="en-IN" sz="500" dirty="0"/>
          </a:p>
        </p:txBody>
      </p:sp>
      <p:pic>
        <p:nvPicPr>
          <p:cNvPr id="2" name="Picture 1" descr="Colored pencils inside a pencil holder which is on top of a wood table">
            <a:extLst>
              <a:ext uri="{FF2B5EF4-FFF2-40B4-BE49-F238E27FC236}">
                <a16:creationId xmlns:a16="http://schemas.microsoft.com/office/drawing/2014/main" id="{91AA7F8F-43C8-6F0B-A24C-633E0F18E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39" r="-1" b="-1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9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2753-F9C9-393E-F8B1-D3F4A388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78776"/>
            <a:ext cx="5925310" cy="1174991"/>
          </a:xfrm>
        </p:spPr>
        <p:txBody>
          <a:bodyPr>
            <a:normAutofit/>
          </a:bodyPr>
          <a:lstStyle/>
          <a:p>
            <a:r>
              <a:rPr lang="en-IN" sz="2400" b="1"/>
              <a:t>Problem Statement</a:t>
            </a:r>
            <a:endParaRPr lang="en-IN" sz="24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F5DB753-967E-AFB3-A0C9-692E5A26A1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4672" y="2640692"/>
          <a:ext cx="5925310" cy="32552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Toy frog on stem">
            <a:extLst>
              <a:ext uri="{FF2B5EF4-FFF2-40B4-BE49-F238E27FC236}">
                <a16:creationId xmlns:a16="http://schemas.microsoft.com/office/drawing/2014/main" id="{EC50DFC1-8EA8-64B7-DD0A-3105462529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376" r="30691"/>
          <a:stretch/>
        </p:blipFill>
        <p:spPr>
          <a:xfrm>
            <a:off x="7534654" y="10"/>
            <a:ext cx="465734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5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4823-4689-AE81-1828-4512F89E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Overview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D9AC70-6278-03FE-00B2-252E7760C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007966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79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0D92-DDBC-B820-DCE4-AEF787C69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361" y="1184743"/>
            <a:ext cx="3701710" cy="4488514"/>
          </a:xfrm>
          <a:noFill/>
          <a:ln>
            <a:solidFill>
              <a:srgbClr val="FFFFFF"/>
            </a:solidFill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Methodology</a:t>
            </a:r>
            <a:endParaRPr lang="en-IN" sz="3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7CF5E-7386-F48B-FC07-9552D7082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1256" y="652347"/>
            <a:ext cx="3701710" cy="55533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Conducted exploratory data analysis and data pre-processing on all 14 bands.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Imputed missing values using Median strategy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Scaled numeric features using Min-Max Scaler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Crated end-to-end preprocessing and </a:t>
            </a:r>
            <a:r>
              <a:rPr lang="en-IN" dirty="0" err="1">
                <a:solidFill>
                  <a:schemeClr val="tx1"/>
                </a:solidFill>
              </a:rPr>
              <a:t>modeling</a:t>
            </a:r>
            <a:r>
              <a:rPr lang="en-IN" dirty="0">
                <a:solidFill>
                  <a:schemeClr val="tx1"/>
                </a:solidFill>
              </a:rPr>
              <a:t> pipeline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Structured transformation using </a:t>
            </a:r>
            <a:r>
              <a:rPr lang="en-IN" dirty="0" err="1">
                <a:solidFill>
                  <a:schemeClr val="tx1"/>
                </a:solidFill>
              </a:rPr>
              <a:t>ColumnTransforme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644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452A-E7C1-8A98-D202-0211368D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344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>
                <a:solidFill>
                  <a:srgbClr val="FFFFFF"/>
                </a:solidFill>
              </a:rPr>
              <a:t>Features ?</a:t>
            </a:r>
            <a:endParaRPr lang="en-IN" sz="3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DF87-5834-6B52-A13C-0D001752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9551" y="1444752"/>
            <a:ext cx="4652840" cy="396849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404040"/>
                </a:solidFill>
              </a:rPr>
              <a:t>Selected features from feature importance: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04040"/>
                </a:solidFill>
              </a:rPr>
              <a:t>ppt: Precipitation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04040"/>
                </a:solidFill>
              </a:rPr>
              <a:t>aet: Actual Evapotranspiration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rgbClr val="404040"/>
                </a:solidFill>
              </a:rPr>
              <a:t>srad</a:t>
            </a:r>
            <a:r>
              <a:rPr lang="en-IN" dirty="0">
                <a:solidFill>
                  <a:srgbClr val="404040"/>
                </a:solidFill>
              </a:rPr>
              <a:t>: Solar Radiation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04040"/>
                </a:solidFill>
              </a:rPr>
              <a:t>pet: Potential Evapotranspiration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404040"/>
                </a:solidFill>
              </a:rPr>
              <a:t>def: Climatic Water Deficit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rgbClr val="404040"/>
                </a:solidFill>
              </a:rPr>
              <a:t>vap</a:t>
            </a:r>
            <a:r>
              <a:rPr lang="en-IN" dirty="0">
                <a:solidFill>
                  <a:srgbClr val="404040"/>
                </a:solidFill>
              </a:rPr>
              <a:t>: Vapor Pressure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rgbClr val="404040"/>
                </a:solidFill>
              </a:rPr>
              <a:t>pdsi</a:t>
            </a:r>
            <a:r>
              <a:rPr lang="en-IN" dirty="0">
                <a:solidFill>
                  <a:srgbClr val="404040"/>
                </a:solidFill>
              </a:rPr>
              <a:t>: Palmer Drought Severity Index</a:t>
            </a:r>
          </a:p>
          <a:p>
            <a:endParaRPr lang="en-IN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94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78A4-A9F7-05D1-FF7E-CEFD6302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US"/>
              <a:t>Model ?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77D2B1-40D1-B5D7-A7D8-B1278D235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302494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75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3DA0E40-C6FA-C377-D4D2-50CB1452D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4776" y="1354320"/>
            <a:ext cx="4876631" cy="415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6329B1A-A6D2-1B93-5EE6-139AB8A2C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6" y="1387639"/>
            <a:ext cx="4876632" cy="409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472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A35B-09F2-A074-5BFA-7A508D3B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!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9076B6-71E4-AB2A-FAD5-D58FA6E11A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31136" y="2638044"/>
          <a:ext cx="7729728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166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227A6-41BF-2211-D0EB-B8C5734D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case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1933F-CFF9-9F14-7663-9BD8131B4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29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D6D48-75BB-1E93-84A6-F9349FC1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FFC78-3DF7-0370-8618-0DBE7C374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9718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44</TotalTime>
  <Words>250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Parcel</vt:lpstr>
      <vt:lpstr>PowerPoint Presentation</vt:lpstr>
      <vt:lpstr>Problem Statement</vt:lpstr>
      <vt:lpstr>Data Overview</vt:lpstr>
      <vt:lpstr>Methodology</vt:lpstr>
      <vt:lpstr>Features ?</vt:lpstr>
      <vt:lpstr>Model ?</vt:lpstr>
      <vt:lpstr>PowerPoint Presentation</vt:lpstr>
      <vt:lpstr>Results !</vt:lpstr>
      <vt:lpstr>Value case</vt:lpstr>
      <vt:lpstr>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Mangaroliya, Kaushil Madhubhai</dc:creator>
  <cp:lastModifiedBy>Mangaroliya, Kaushil Madhubhai</cp:lastModifiedBy>
  <cp:revision>2</cp:revision>
  <dcterms:created xsi:type="dcterms:W3CDTF">2025-04-25T17:41:05Z</dcterms:created>
  <dcterms:modified xsi:type="dcterms:W3CDTF">2025-04-26T15:16:11Z</dcterms:modified>
</cp:coreProperties>
</file>